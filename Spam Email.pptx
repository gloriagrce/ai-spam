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03d9c9e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d03d9c9e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Abigail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detect and classify emails as spam or ham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you trying to solve?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03d9c9e0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d03d9c9e0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Gloria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fb2871ff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6fb2871ff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Emma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d0984f2f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d0984f2f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d0984f2fe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d0984f2fe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d0984f2fe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d0984f2fe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d03d9c9e0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d03d9c9e0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Abigail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041818b3f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d041818b3f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Abigail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false positive is a legit email that is misidentified as spam.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false positives than false negatives in training set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d03d9c9e0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d03d9c9e0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Gloria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did you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 you could take this in various ways: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about your problem?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about the model or data you’re using?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about AI/ML more generally?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about your problem-solving process?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etc.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d03d9c9e0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d03d9c9e0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Emma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Spam Email Detection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✉ Gloria Grace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✉ Emma Wang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✉ Abigail Musser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SpPamm? Nahhh h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39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8090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5043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9394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346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0697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650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939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3290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43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4594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46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5897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1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439" y="4797461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86790" y="4797794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39" y="-226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8090" y="1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5043" y="-226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9394" y="1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346" y="-226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0697" y="1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650" y="-226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1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939" y="-226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3290" y="1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43" y="-226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4594" y="1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46" y="-226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5897" y="1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-226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1" y="1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439" y="-239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86790" y="94"/>
            <a:ext cx="514359" cy="345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Project Goals 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311700" y="1054588"/>
            <a:ext cx="8520600" cy="19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✉"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 detect and classify emails as spam or ham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✉"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 optimize the performance of the spam email detection model by experimenting with different text preprocessing techniques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5400" y="3001850"/>
            <a:ext cx="1679825" cy="167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11202" r="13359" t="0"/>
          <a:stretch/>
        </p:blipFill>
        <p:spPr>
          <a:xfrm>
            <a:off x="4945275" y="3145725"/>
            <a:ext cx="1575649" cy="139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Approach 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311700" y="1152475"/>
            <a:ext cx="754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Char char="✉"/>
            </a:pP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Classification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Char char="✉"/>
            </a:pP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Hyperparameter tuning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Char char="✉"/>
            </a:pP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Validation approach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Char char="✉"/>
            </a:pP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Tokenization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Char char="✉"/>
            </a:pP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Dataset: Enron email dataset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Char char="✉"/>
            </a:pP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Output: a probability that gets classified as 0 or 1 (ham or spam)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7" name="Google Shape;10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39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8090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5043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9394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346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0697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650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939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3290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43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4594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46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5897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1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439" y="4797461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86790" y="4797794"/>
            <a:ext cx="514359" cy="345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11111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>
            <p:ph type="title"/>
          </p:nvPr>
        </p:nvSpPr>
        <p:spPr>
          <a:xfrm>
            <a:off x="1942950" y="1415550"/>
            <a:ext cx="5258100" cy="23124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8700">
                <a:latin typeface="Courier New"/>
                <a:ea typeface="Courier New"/>
                <a:cs typeface="Courier New"/>
                <a:sym typeface="Courier New"/>
              </a:rPr>
              <a:t>“</a:t>
            </a:r>
            <a:r>
              <a:rPr lang="en" sz="8700">
                <a:latin typeface="Courier New"/>
                <a:ea typeface="Courier New"/>
                <a:cs typeface="Courier New"/>
                <a:sym typeface="Courier New"/>
              </a:rPr>
              <a:t>DEMO”</a:t>
            </a:r>
            <a:endParaRPr sz="87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57925"/>
            <a:ext cx="9144000" cy="2901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59500"/>
            <a:ext cx="9143998" cy="3678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35750"/>
            <a:ext cx="8839200" cy="4472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Results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311700" y="1017725"/>
            <a:ext cx="85206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n" sz="1525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model was trained for 10 epochs, with a final accuracy of 98% on the test data. </a:t>
            </a:r>
            <a:endParaRPr sz="1525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52" name="Google Shape;15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54025"/>
            <a:ext cx="6735674" cy="314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8748126" y="598512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8748121" y="84499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8748126" y="1627223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8748121" y="1113210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8748126" y="2655919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8748121" y="21419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8748126" y="3684616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8748121" y="3170603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8748126" y="4713312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8748121" y="4199299"/>
            <a:ext cx="514359" cy="345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311700" y="445025"/>
            <a:ext cx="1844400" cy="6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Results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8" name="Google Shape;16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6106" y="74850"/>
            <a:ext cx="6298094" cy="5068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8748126" y="598512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8748121" y="84499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8748126" y="1627223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8748121" y="1113210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8748126" y="2655919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8748121" y="21419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8748126" y="3684616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8748121" y="3170603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8748126" y="4713312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8748121" y="4199299"/>
            <a:ext cx="514359" cy="345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What We Learned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4" name="Google Shape;184;p22"/>
          <p:cNvSpPr txBox="1"/>
          <p:nvPr>
            <p:ph idx="1" type="body"/>
          </p:nvPr>
        </p:nvSpPr>
        <p:spPr>
          <a:xfrm>
            <a:off x="311700" y="1152475"/>
            <a:ext cx="8520600" cy="32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Char char="✉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The distribution between the ham and spam emails.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Char char="✉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Machine learning is associated with various tasks such as classification, regression, clustering, and pattern recognition, among others.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Char char="✉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Techniques such as dropout regularization and optimization algorithms like Adam have been tried to enhance model performance.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85" name="Google Shape;18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39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8090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5043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9394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346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0697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650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939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3290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43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4594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46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5897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1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439" y="4797461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86790" y="4797794"/>
            <a:ext cx="514359" cy="345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Other Takeaways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" name="Google Shape;20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Limitations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Courier New"/>
              <a:buChar char="✉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Relies on the patterns of the training dataset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🚂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urier New"/>
              <a:buChar char="✉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Not is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regularly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updated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urier New"/>
              <a:buChar char="✉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Imbalance dataset leads to possible bias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Broader questions this project might raise: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Courier New"/>
              <a:buChar char="✉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Privacy concerns of whether s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pam email detection systems analyze the content of emails is stored or shared with third parties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Future Directions: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Courier New"/>
              <a:buChar char="✉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Collect more spam emails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urier New"/>
              <a:buChar char="✉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djusting model hyperparameters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urier New"/>
              <a:buChar char="✉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Explore other alternatives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09" name="Google Shape;20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39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8090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5043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9394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346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0697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650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939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3290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43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4594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46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5897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479747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1" y="479780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439" y="4797461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86790" y="4797794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39" y="2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8090" y="35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5043" y="2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9394" y="35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346" y="2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0697" y="35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650" y="2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35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939" y="2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3290" y="35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43" y="2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4594" y="35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46" y="2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5897" y="35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150" y="24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1" y="356"/>
            <a:ext cx="514359" cy="34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439" y="11"/>
            <a:ext cx="514361" cy="346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86790" y="344"/>
            <a:ext cx="514359" cy="345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